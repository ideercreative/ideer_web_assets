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DEER_HELP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PowerPoint help  ·  Crop an image</a:t>
            </a:r>
          </a:p>
        </p:txBody>
      </p:sp>
      <p:pic>
        <p:nvPicPr>
          <p:cNvPr id="3" name="Picture 2" descr="crop-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984" y="777240"/>
            <a:ext cx="9032032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A9AA2"/>
                </a:solidFill>
                <a:latin typeface="+mn-lt"/>
                <a:ea typeface="+mn-lt"/>
                <a:cs typeface="+mn-lt"/>
              </a:rPr>
              <a:t>Temporary help slide – click back to your slide as often as you like. Claude removes this slide when you're done.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